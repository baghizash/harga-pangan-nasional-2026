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ANALISIS HARGA PANGAN NASIONAL INDONESIA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</a:rPr>
              <a:t>Beras, Daging Sapi, Minyak Goreng, Gula Pasir: Tren, Volatilitas, dan Disparitas Provinsi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Data harian PIHPS / Bank Indonesia — 13 komoditas, 34 provinsi, 1 Januari 2025 sampai 19 Oktober 2026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Plus: paket dashboard Power BI (star schema, DAX, panduan rakit)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</a:rPr>
              <a:t>BAGHIZ ASSHIDDIQIE ARASYA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Kenapa Harga Pangan?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Beras, daging sapi, minyak goreng, dan gula pasir adalah bahan pokok yang harganya langsung menentukan daya beli jutaan rumah tangga Indonesia.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Ketika harga pangan naik 5–7% dalam setahun, yang paling terpukul adalah keluarga berpendapatan rendah — porsi belanja pangannya paling besar.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Analisis ini menjawab: kelompok mana yang naik paling tinggi di 2026, komoditas mana yang paling tidak stabil, di provinsi mana harganya paling mahal, dan apakah Ramadan benar-benar mendongkrak harga.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Semua jawaban diambil dari data harian resmi PIHPS/BI, bukan perkiraan.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1">
                <a:solidFill>
                  <a:srgbClr val="6B7280"/>
                </a:solidFill>
              </a:rPr>
              <a:t>Sumber data: API publik PIHPS / Bank Indonesia (bi.go.id/hargapangan), Pasar Tradisional.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Data dan Metode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Data harian API PIHPS: 1 Jan 2025 – 19 Okt 2026 (469 hari laporan), 6.097 baris nasional + 203.077 baris provinsi.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13 komoditas daun: 6 kualitas beras, 2 daging sapi, 3 minyak goreng, 2 gula pasir. API ini tidak menyediakan seri daun untuk telur/daging ayam/bawang — tidak dipakai, tidak dikarang.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Level nasional dan provinsi disimpan di tabel fakta TERPISAH sejak awal (fact_nasional, fact_provinsi) — pelajaran dari proyek cabai — sehingga agregasi dan measure DAX selalu membaca satu grain tanpa guard khusus.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9 kombinasi komoditas-provinsi tidak memiliki seri laporan (mis. beras di Gorontalo) — dicatat sebagai gap, tidak diisi angka lain.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Tren Nasional 2025–2026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Minyak Goreng rata-rata 2026 Rp22.146/kg (+6.7% vs 2025) — kenaikan tertinggi.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Daging Sapi Rp144.214/kg (+6.0%); Beras Rp15.983/kg (+3.0%); Gula Pasir Rp19.539/kg (+2.4%).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Keempat kelompok bergerak naik sepanjang 2026 — tekanan harga pangan bersifat luas, bukan satu komoditas saja.</a:t>
            </a:r>
          </a:p>
        </p:txBody>
      </p:sp>
      <p:pic>
        <p:nvPicPr>
          <p:cNvPr id="5" name="Picture 4" descr="01_tren_na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4814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Siapa Naik Paling Tinggi?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Minyak Goreng: +6.7% — juara kenaikan, didorong Minyak Goreng Curah (+7.3%).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Daging Sapi: +6.0% — kedua tertinggi, harga rata-rata 2026 menembus Rp144.214/kg.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Beras: +3.0% — moderat tapi basisnya besar: Rp15.515 ke Rp15.983/kg.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Gula Pasir: +2.4% — kenaikan paling rendah, harga paling terkendali.</a:t>
            </a:r>
          </a:p>
        </p:txBody>
      </p:sp>
      <p:pic>
        <p:nvPicPr>
          <p:cNvPr id="5" name="Picture 4" descr="02_yoy_kelomp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8867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Volatilitas: Mana yang Paling 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Minyak Goreng Curah paling volatile: CV 4.3%, melonjak ke Rp20.750/kg pada 2026-06-04.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Gula Pasir Kualitas Premium paling stabil: CV 1.3%.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Pola: minyak goreng curah (tanpa merek, rantai pasok pendek) jauh lebih liar dibanding versi kemasan bermerek — kualitas kemasan = stabilitas harga.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Volatilitas tinggi = ketidakpastian bagi pedagang dan konsumen.</a:t>
            </a:r>
          </a:p>
        </p:txBody>
      </p:sp>
      <p:pic>
        <p:nvPicPr>
          <p:cNvPr id="5" name="Picture 4" descr="03_volatil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464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Puncak Serentak 13 Oktober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Keempat kelompok mencapai titik tertinggi pada 13–14 Okt 2026: Beras Rp16.367, Daging Sapi Rp148.600, Minyak Goreng Rp22.850, Gula Pasir Rp19.950.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Pola yang sama terlihat pada proyek Harga Cabai (puncak 12 Okt 2026) — ini lonjakan harga pangan luas, bukan ulah satu komoditas.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Bagi pemantau kebijakan: minggu kedua Oktober 2026 adalah momen tekanan maksimum harga pangan tahun ini.</a:t>
            </a:r>
          </a:p>
        </p:txBody>
      </p:sp>
      <p:pic>
        <p:nvPicPr>
          <p:cNvPr id="5" name="Picture 4" descr="04_punc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681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Disparitas Antar Provinsi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Beras: Nusa Tenggara Barat Rp13.622/kg vs Kalimantan Tengah Rp19.094/kg — selisih 40.2%.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Daging Sapi: Nusa Tenggara Timur Rp117.522/kg vs Kalimantan Selatan Rp165.463/kg — selisih 40.8%.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Minyak Goreng: Kepulauan Riau vs Gorontalo (selisih 36.3%); Gula Pasir: Sulawesi Selatan vs Papua (selisih 37.1%).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Pola konsisten: provinsi timur dan kepulauan membayar 36–41% lebih mahal — logistik dan rantai pasok adalah bagian dari masalah harga.</a:t>
            </a:r>
          </a:p>
        </p:txBody>
      </p:sp>
      <p:pic>
        <p:nvPicPr>
          <p:cNvPr id="5" name="Picture 4" descr="05_disparitas_provin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3482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Apakah Ramadan Mendongkrak Harga?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Ramadan 2025: beras Rp15.194/kg (30 hari sebelum) → Rp15.229/kg (selama) → Rp15.266/kg (30 hari sesudah).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Ramadan 2026: Rp15.711/kg → Rp15.767/kg → Rp15.837/kg.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Kenaikan selama Ramadan hanya 0,2–0,4% — kecil. Narasi 'harga selalu melonjak saat puasa' tidak terbukti pada data 2025–2026 untuk beras.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Tekanan harga yang sesungguhnya terjadi di luar musim Ramadan: tren naik jangka panjang + lonjakan Oktober 2026.</a:t>
            </a:r>
          </a:p>
        </p:txBody>
      </p:sp>
      <p:pic>
        <p:nvPicPr>
          <p:cNvPr id="5" name="Picture 4" descr="06_rama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5208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Tiga pesan utama: (1) Minyak goreng naik tertinggi (+6,7%) dan paling liar — pantau curah; (2) 13 Okt 2026 adalah puncak tekanan harga pangan nasional; (3) disparitas 36–41% antarprovinsi menuntut perhatian logistik, bukan cuma produksi.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Paket dashboard Power BI tersedia di folder powerbi/: star schema 5 tabel, measure DAX siap tempel (dengan catatan level nasional vs provinsi), layout 4 halaman, dan panduan rakit langkah demi langkah.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Semua angka dapat direproduksi: jalankan scripts/fetch_pihps.py lalu scripts/analyze.py — findings.json dan 12 chart dihitung ulang dari nol.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